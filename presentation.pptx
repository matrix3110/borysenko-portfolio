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3025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4375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3788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275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028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784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94623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623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451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0610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2837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9180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350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2471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268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474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025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9B9D9-28DB-460A-B541-1517B4BA6CF8}" type="datetimeFigureOut">
              <a:rPr lang="uk-UA" smtClean="0"/>
              <a:t>23.12.2025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B1793-BDC6-46CA-9402-2DA42B7CBB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2330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8FF7CA-7EBD-1460-CAE6-9661E6D19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8021" y="339939"/>
            <a:ext cx="9144000" cy="2387600"/>
          </a:xfrm>
        </p:spPr>
        <p:txBody>
          <a:bodyPr>
            <a:normAutofit/>
          </a:bodyPr>
          <a:lstStyle/>
          <a:p>
            <a:pPr latinLnBrk="1"/>
            <a:r>
              <a:rPr lang="uk-UA" sz="2800" dirty="0">
                <a:latin typeface="Georgia" panose="02040502050405020303" pitchFamily="18" charset="0"/>
              </a:rPr>
              <a:t>    ПОРТФОЛІО                 </a:t>
            </a:r>
            <a:br>
              <a:rPr lang="uk-UA" sz="2800" dirty="0">
                <a:latin typeface="Georgia" panose="02040502050405020303" pitchFamily="18" charset="0"/>
              </a:rPr>
            </a:br>
            <a:r>
              <a:rPr lang="uk-UA" sz="2800" dirty="0">
                <a:latin typeface="Georgia" panose="02040502050405020303" pitchFamily="18" charset="0"/>
              </a:rPr>
              <a:t>   БОРИСЕНКО ДАНІІЛА</a:t>
            </a:r>
            <a:br>
              <a:rPr lang="uk-UA" sz="2800" dirty="0">
                <a:latin typeface="Georgia" panose="02040502050405020303" pitchFamily="18" charset="0"/>
              </a:rPr>
            </a:br>
            <a:r>
              <a:rPr lang="ru-RU" sz="3200" dirty="0" err="1">
                <a:latin typeface="Georgia" panose="02040502050405020303" pitchFamily="18" charset="0"/>
              </a:rPr>
              <a:t>Лабораторна</a:t>
            </a:r>
            <a:r>
              <a:rPr lang="ru-RU" sz="3200" dirty="0">
                <a:latin typeface="Georgia" panose="02040502050405020303" pitchFamily="18" charset="0"/>
              </a:rPr>
              <a:t> робота №8</a:t>
            </a:r>
            <a:br>
              <a:rPr lang="uk-UA" sz="2000" dirty="0">
                <a:latin typeface="Georgia" panose="02040502050405020303" pitchFamily="18" charset="0"/>
              </a:rPr>
            </a:br>
            <a:endParaRPr lang="uk-UA" sz="2000" dirty="0">
              <a:latin typeface="Georgia" panose="02040502050405020303" pitchFamily="18" charset="0"/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C6C298C-D8C7-CCD1-D068-0746F25A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8912" y="2727539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 </a:t>
            </a:r>
          </a:p>
          <a:p>
            <a:r>
              <a:rPr lang="ru-RU" sz="3200" dirty="0"/>
              <a:t>   Тема: </a:t>
            </a:r>
            <a:r>
              <a:rPr lang="ru-RU" sz="3200" dirty="0" err="1"/>
              <a:t>Створення</a:t>
            </a:r>
            <a:r>
              <a:rPr lang="ru-RU" sz="3200" dirty="0"/>
              <a:t> сайту-    </a:t>
            </a:r>
          </a:p>
          <a:p>
            <a:r>
              <a:rPr lang="ru-RU" sz="3200" dirty="0"/>
              <a:t>   </a:t>
            </a:r>
            <a:r>
              <a:rPr lang="ru-RU" sz="3200" dirty="0" err="1"/>
              <a:t>портфоліо</a:t>
            </a:r>
            <a:r>
              <a:rPr lang="ru-RU" sz="3200" dirty="0"/>
              <a:t> </a:t>
            </a:r>
            <a:r>
              <a:rPr lang="ru-RU" sz="3200" dirty="0" err="1"/>
              <a:t>технічного</a:t>
            </a:r>
            <a:r>
              <a:rPr lang="ru-RU" sz="3200" dirty="0"/>
              <a:t> </a:t>
            </a:r>
            <a:r>
              <a:rPr lang="ru-RU" sz="3200" dirty="0" err="1"/>
              <a:t>фахівця</a:t>
            </a:r>
            <a:r>
              <a:rPr lang="ru-RU" sz="3200" dirty="0"/>
              <a:t> </a:t>
            </a:r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1108814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34404-B9AE-164E-97AF-9A26CDC50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904" y="370001"/>
            <a:ext cx="3932237" cy="768285"/>
          </a:xfrm>
        </p:spPr>
        <p:txBody>
          <a:bodyPr/>
          <a:lstStyle/>
          <a:p>
            <a:r>
              <a:rPr lang="uk-UA" sz="1600" dirty="0">
                <a:latin typeface="Georgia" panose="02040502050405020303" pitchFamily="18" charset="0"/>
              </a:rPr>
              <a:t>ЩО МІСТИТЬ МІЙ САЙТ:</a:t>
            </a:r>
            <a:br>
              <a:rPr lang="uk-UA" dirty="0"/>
            </a:br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20EF7C8-8962-E575-DFC0-53C5A2DCA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98903" y="871578"/>
            <a:ext cx="3932237" cy="5114844"/>
          </a:xfrm>
        </p:spPr>
        <p:txBody>
          <a:bodyPr/>
          <a:lstStyle/>
          <a:p>
            <a:pPr latinLnBrk="1"/>
            <a:r>
              <a:rPr lang="ru-RU" dirty="0"/>
              <a:t>• Головна </a:t>
            </a:r>
            <a:r>
              <a:rPr lang="ru-RU" dirty="0" err="1"/>
              <a:t>сторінка</a:t>
            </a:r>
            <a:r>
              <a:rPr lang="ru-RU" dirty="0"/>
              <a:t>         </a:t>
            </a:r>
          </a:p>
          <a:p>
            <a:pPr latinLnBrk="1"/>
            <a:r>
              <a:rPr lang="ru-RU" dirty="0"/>
              <a:t>   - </a:t>
            </a:r>
            <a:r>
              <a:rPr lang="ru-RU" dirty="0" err="1"/>
              <a:t>Вітальний</a:t>
            </a:r>
            <a:r>
              <a:rPr lang="ru-RU" dirty="0"/>
              <a:t> текст        </a:t>
            </a:r>
          </a:p>
          <a:p>
            <a:pPr latinLnBrk="1"/>
            <a:r>
              <a:rPr lang="ru-RU" dirty="0"/>
              <a:t>    - </a:t>
            </a:r>
            <a:r>
              <a:rPr lang="ru-RU" dirty="0" err="1"/>
              <a:t>Навігація</a:t>
            </a:r>
            <a:r>
              <a:rPr lang="ru-RU" dirty="0"/>
              <a:t> </a:t>
            </a:r>
          </a:p>
          <a:p>
            <a:pPr latinLnBrk="1"/>
            <a:r>
              <a:rPr lang="uk-UA" dirty="0"/>
              <a:t>• Про мене                 </a:t>
            </a:r>
          </a:p>
          <a:p>
            <a:pPr latinLnBrk="1"/>
            <a:r>
              <a:rPr lang="uk-UA" dirty="0"/>
              <a:t>    - Ключові компетенції    </a:t>
            </a:r>
          </a:p>
          <a:p>
            <a:pPr latinLnBrk="1"/>
            <a:r>
              <a:rPr lang="uk-UA" dirty="0"/>
              <a:t>   - Таблиця </a:t>
            </a:r>
            <a:r>
              <a:rPr lang="en-US" dirty="0"/>
              <a:t>Excel </a:t>
            </a:r>
            <a:endParaRPr lang="uk-UA" dirty="0"/>
          </a:p>
          <a:p>
            <a:pPr latinLnBrk="1"/>
            <a:r>
              <a:rPr lang="uk-UA" dirty="0"/>
              <a:t>• Мої проекти              </a:t>
            </a:r>
          </a:p>
          <a:p>
            <a:pPr latinLnBrk="1"/>
            <a:r>
              <a:rPr lang="uk-UA" dirty="0"/>
              <a:t>   - Опис проектів         </a:t>
            </a:r>
          </a:p>
          <a:p>
            <a:pPr latinLnBrk="1"/>
            <a:r>
              <a:rPr lang="uk-UA" dirty="0"/>
              <a:t>  - Діаграма з </a:t>
            </a:r>
            <a:r>
              <a:rPr lang="en-US" dirty="0"/>
              <a:t>diagrams.net</a:t>
            </a:r>
            <a:endParaRPr lang="uk-UA" dirty="0"/>
          </a:p>
          <a:p>
            <a:pPr latinLnBrk="1"/>
            <a:r>
              <a:rPr lang="uk-UA" dirty="0"/>
              <a:t>• Процес роботи            </a:t>
            </a:r>
          </a:p>
          <a:p>
            <a:pPr latinLnBrk="1"/>
            <a:r>
              <a:rPr lang="uk-UA" dirty="0"/>
              <a:t>   - </a:t>
            </a:r>
            <a:r>
              <a:rPr lang="en-US" dirty="0"/>
              <a:t>Use Case </a:t>
            </a:r>
            <a:r>
              <a:rPr lang="uk-UA" dirty="0"/>
              <a:t>діаграма</a:t>
            </a:r>
          </a:p>
          <a:p>
            <a:pPr latinLnBrk="1"/>
            <a:endParaRPr lang="en-US" dirty="0"/>
          </a:p>
          <a:p>
            <a:pPr latinLnBrk="1"/>
            <a:endParaRPr lang="en-US" dirty="0"/>
          </a:p>
          <a:p>
            <a:pPr latinLnBrk="1"/>
            <a:endParaRPr lang="ru-RU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34706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A8EF6-A13B-FC2D-F7DE-6BB653CA5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02" y="603315"/>
            <a:ext cx="4262978" cy="490194"/>
          </a:xfrm>
        </p:spPr>
        <p:txBody>
          <a:bodyPr>
            <a:noAutofit/>
          </a:bodyPr>
          <a:lstStyle/>
          <a:p>
            <a:r>
              <a:rPr lang="uk-UA" sz="1600" dirty="0">
                <a:latin typeface="Georgia" panose="02040502050405020303" pitchFamily="18" charset="0"/>
              </a:rPr>
              <a:t>РЕЗУЛЬТАТИ:</a:t>
            </a:r>
            <a:br>
              <a:rPr lang="uk-UA" sz="1600" dirty="0">
                <a:latin typeface="Georgia" panose="02040502050405020303" pitchFamily="18" charset="0"/>
              </a:rPr>
            </a:br>
            <a:endParaRPr lang="uk-UA" sz="1600" dirty="0">
              <a:latin typeface="Georgia" panose="02040502050405020303" pitchFamily="18" charset="0"/>
            </a:endParaRP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B9603D0-8469-35C7-02DC-8A289E268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56703" y="921437"/>
            <a:ext cx="4262977" cy="4881563"/>
          </a:xfrm>
        </p:spPr>
        <p:txBody>
          <a:bodyPr>
            <a:noAutofit/>
          </a:bodyPr>
          <a:lstStyle/>
          <a:p>
            <a:pPr latinLnBrk="1"/>
            <a:r>
              <a:rPr lang="en-US" sz="1400" dirty="0"/>
              <a:t>• </a:t>
            </a:r>
            <a:r>
              <a:rPr lang="en-US" sz="1400" dirty="0">
                <a:latin typeface="Georgia" panose="02040502050405020303" pitchFamily="18" charset="0"/>
              </a:rPr>
              <a:t>GitHub </a:t>
            </a:r>
            <a:r>
              <a:rPr lang="uk-UA" sz="1400" dirty="0">
                <a:latin typeface="Georgia" panose="02040502050405020303" pitchFamily="18" charset="0"/>
              </a:rPr>
              <a:t>репозиторій:      </a:t>
            </a:r>
          </a:p>
          <a:p>
            <a:pPr latinLnBrk="1"/>
            <a:r>
              <a:rPr lang="uk-UA" sz="1400" dirty="0">
                <a:latin typeface="Georgia" panose="02040502050405020303" pitchFamily="18" charset="0"/>
              </a:rPr>
              <a:t>  </a:t>
            </a:r>
            <a:r>
              <a:rPr lang="en-US" sz="1400" dirty="0">
                <a:latin typeface="Georgia" panose="02040502050405020303" pitchFamily="18" charset="0"/>
              </a:rPr>
              <a:t>https://github.com/ matrix3110/ </a:t>
            </a:r>
            <a:r>
              <a:rPr lang="en-US" sz="1400" dirty="0" err="1">
                <a:latin typeface="Georgia" panose="02040502050405020303" pitchFamily="18" charset="0"/>
              </a:rPr>
              <a:t>borysenko</a:t>
            </a:r>
            <a:r>
              <a:rPr lang="en-US" sz="1400" dirty="0">
                <a:latin typeface="Georgia" panose="02040502050405020303" pitchFamily="18" charset="0"/>
              </a:rPr>
              <a:t>-</a:t>
            </a:r>
            <a:endParaRPr lang="uk-UA" sz="1400" dirty="0">
              <a:latin typeface="Georgia" panose="02040502050405020303" pitchFamily="18" charset="0"/>
            </a:endParaRP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portfolio      </a:t>
            </a: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                        </a:t>
            </a: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  • </a:t>
            </a:r>
            <a:r>
              <a:rPr lang="uk-UA" sz="1400" dirty="0">
                <a:latin typeface="Georgia" panose="02040502050405020303" pitchFamily="18" charset="0"/>
              </a:rPr>
              <a:t>Живий сайт на           </a:t>
            </a:r>
          </a:p>
          <a:p>
            <a:pPr latinLnBrk="1"/>
            <a:r>
              <a:rPr lang="uk-UA" sz="1400" dirty="0">
                <a:latin typeface="Georgia" panose="02040502050405020303" pitchFamily="18" charset="0"/>
              </a:rPr>
              <a:t>    </a:t>
            </a:r>
            <a:r>
              <a:rPr lang="en-US" sz="1400" dirty="0">
                <a:latin typeface="Georgia" panose="02040502050405020303" pitchFamily="18" charset="0"/>
              </a:rPr>
              <a:t>GitHub Pages:            </a:t>
            </a: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  https://matrix3110.     </a:t>
            </a: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  github.io/               </a:t>
            </a: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  </a:t>
            </a:r>
            <a:r>
              <a:rPr lang="en-US" sz="1400" dirty="0" err="1">
                <a:latin typeface="Georgia" panose="02040502050405020303" pitchFamily="18" charset="0"/>
              </a:rPr>
              <a:t>borysenko</a:t>
            </a:r>
            <a:r>
              <a:rPr lang="en-US" sz="1400" dirty="0">
                <a:latin typeface="Georgia" panose="02040502050405020303" pitchFamily="18" charset="0"/>
              </a:rPr>
              <a:t>-portfolio/    </a:t>
            </a: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                           </a:t>
            </a:r>
            <a:endParaRPr lang="uk-UA" sz="1400" dirty="0">
              <a:latin typeface="Georgia" panose="02040502050405020303" pitchFamily="18" charset="0"/>
            </a:endParaRP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 • </a:t>
            </a:r>
            <a:r>
              <a:rPr lang="uk-UA" sz="1400" dirty="0">
                <a:latin typeface="Georgia" panose="02040502050405020303" pitchFamily="18" charset="0"/>
              </a:rPr>
              <a:t>Використані інструменти: </a:t>
            </a:r>
          </a:p>
          <a:p>
            <a:pPr latinLnBrk="1"/>
            <a:r>
              <a:rPr lang="uk-UA" sz="1400" dirty="0">
                <a:latin typeface="Georgia" panose="02040502050405020303" pitchFamily="18" charset="0"/>
              </a:rPr>
              <a:t>     - </a:t>
            </a:r>
            <a:r>
              <a:rPr lang="en-US" sz="1400" dirty="0">
                <a:latin typeface="Georgia" panose="02040502050405020303" pitchFamily="18" charset="0"/>
              </a:rPr>
              <a:t>Git, GitHub            </a:t>
            </a: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  </a:t>
            </a:r>
            <a:r>
              <a:rPr lang="uk-UA" sz="1400" dirty="0">
                <a:latin typeface="Georgia" panose="02040502050405020303" pitchFamily="18" charset="0"/>
              </a:rPr>
              <a:t>  </a:t>
            </a:r>
            <a:r>
              <a:rPr lang="en-US" sz="1400" dirty="0">
                <a:latin typeface="Georgia" panose="02040502050405020303" pitchFamily="18" charset="0"/>
              </a:rPr>
              <a:t>-</a:t>
            </a:r>
            <a:r>
              <a:rPr lang="uk-UA" sz="1400" dirty="0">
                <a:latin typeface="Georgia" panose="02040502050405020303" pitchFamily="18" charset="0"/>
              </a:rPr>
              <a:t> </a:t>
            </a:r>
            <a:r>
              <a:rPr lang="en-US" sz="1400" dirty="0" err="1">
                <a:latin typeface="Georgia" panose="02040502050405020303" pitchFamily="18" charset="0"/>
              </a:rPr>
              <a:t>MkDocs</a:t>
            </a:r>
            <a:r>
              <a:rPr lang="en-US" sz="1400" dirty="0">
                <a:latin typeface="Georgia" panose="02040502050405020303" pitchFamily="18" charset="0"/>
              </a:rPr>
              <a:t>, Markdown       </a:t>
            </a: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    - Excel, diagrams.net    </a:t>
            </a:r>
          </a:p>
          <a:p>
            <a:pPr latinLnBrk="1"/>
            <a:r>
              <a:rPr lang="en-US" sz="1400" dirty="0">
                <a:latin typeface="Georgia" panose="02040502050405020303" pitchFamily="18" charset="0"/>
              </a:rPr>
              <a:t>    - PowerPoint </a:t>
            </a:r>
          </a:p>
        </p:txBody>
      </p:sp>
    </p:spTree>
    <p:extLst>
      <p:ext uri="{BB962C8B-B14F-4D97-AF65-F5344CB8AC3E}">
        <p14:creationId xmlns:p14="http://schemas.microsoft.com/office/powerpoint/2010/main" val="22127416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хема">
  <a:themeElements>
    <a:clrScheme name="Схема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Схема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хема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TM04033919[[fn=Схема]]</Template>
  <TotalTime>42</TotalTime>
  <Words>138</Words>
  <Application>Microsoft Office PowerPoint</Application>
  <PresentationFormat>Широкий екран</PresentationFormat>
  <Paragraphs>34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7" baseType="lpstr">
      <vt:lpstr>Arial</vt:lpstr>
      <vt:lpstr>Georgia</vt:lpstr>
      <vt:lpstr>Tw Cen MT</vt:lpstr>
      <vt:lpstr>Схема</vt:lpstr>
      <vt:lpstr>    ПОРТФОЛІО                     БОРИСЕНКО ДАНІІЛА Лабораторна робота №8 </vt:lpstr>
      <vt:lpstr>ЩО МІСТИТЬ МІЙ САЙТ: </vt:lpstr>
      <vt:lpstr>РЕЗУЛЬТАТИ: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matrix31</dc:creator>
  <cp:lastModifiedBy>matrix31</cp:lastModifiedBy>
  <cp:revision>1</cp:revision>
  <dcterms:created xsi:type="dcterms:W3CDTF">2025-12-23T18:34:14Z</dcterms:created>
  <dcterms:modified xsi:type="dcterms:W3CDTF">2025-12-23T19:16:35Z</dcterms:modified>
</cp:coreProperties>
</file>